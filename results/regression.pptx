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ontent Placeholder 2"/>
          <p:cNvGraphicFramePr>
            <a:graphicFrameLocks noGrp="true"/>
          </p:cNvGraphicFramePr>
          <p:nvPr/>
        </p:nvGraphicFramePr>
        <p:xfrm rot="0">
          <a:off x="457200" y="1600200"/>
          <a:ext cx="8229600" cy="4525963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 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(1)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切片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7.136***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Helvetica"/>
                        <a:cs typeface="Helvetica"/>
                        <a:ea typeface="Helvetica"/>
                        <a:sym typeface="Helvetica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(0.044)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年齢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0.004***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Helvetica"/>
                        <a:cs typeface="Helvetica"/>
                        <a:ea typeface="Helvetica"/>
                        <a:sym typeface="Helvetica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(0.001)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Num.Obs.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2728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grid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+ p &lt; 0.1, * p &lt; 0.05, ** p &lt; 0.01, *** p &lt; 0.001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+ p &lt; 0.1, * p &lt; 0.05, ** p &lt; 0.01, *** p &lt; 0.001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mugi</cp:lastModifiedBy>
  <cp:revision>3</cp:revision>
  <dcterms:created xsi:type="dcterms:W3CDTF">2017-02-13T16:18:36Z</dcterms:created>
  <dcterms:modified xsi:type="dcterms:W3CDTF">2026-03-04T12:25:39Z</dcterms:modified>
  <cp:category/>
</cp:coreProperties>
</file>
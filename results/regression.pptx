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 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(1)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切片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7.136***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(0.044)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年齢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0.004***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(0.001)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Num.Obs.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2728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9525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0.007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2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+ p &lt; 0.1, * p &lt; 0.05, ** p &lt; 0.01, *** p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+ p &lt; 0.1, * p &lt; 0.05, ** p &lt; 0.01, *** p &lt; 0.001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mugi</cp:lastModifiedBy>
  <cp:revision>3</cp:revision>
  <dcterms:created xsi:type="dcterms:W3CDTF">2017-02-13T16:18:36Z</dcterms:created>
  <dcterms:modified xsi:type="dcterms:W3CDTF">2026-05-28T11:50:59Z</dcterms:modified>
  <cp:category/>
</cp:coreProperties>
</file>